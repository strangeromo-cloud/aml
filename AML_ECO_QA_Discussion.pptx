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RISK DASHBOARD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Q&amp;A Discussion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Pre-read for the dual-track data-source review meeting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5653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Team  ·  Prepared for Winnie / Deborah / Tanya  ·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" cy="868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0292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536192"/>
            <a:ext cx="10408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Dual-track proposal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828800"/>
            <a:ext cx="10408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running public + Dow Jones in parallel is the right call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212848"/>
            <a:ext cx="50292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1284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194560"/>
            <a:ext cx="10408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Contributing factors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487168"/>
            <a:ext cx="10408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of the 18 factors is defined and scored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871216"/>
            <a:ext cx="50292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87121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2852928"/>
            <a:ext cx="10408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classification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3145536"/>
            <a:ext cx="10408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formula, weights, Low / Medium / High / Critical thresholds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529584"/>
            <a:ext cx="50292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52958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3511296"/>
            <a:ext cx="10408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Public-source constraints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3803904"/>
            <a:ext cx="10408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cadence, coverage gaps, divergence handling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187952"/>
            <a:ext cx="50292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18795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4169664"/>
            <a:ext cx="10408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integration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34440" y="4462272"/>
            <a:ext cx="10408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architecture supports Dow Jones (and others)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846320"/>
            <a:ext cx="50292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8463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34440" y="4828032"/>
            <a:ext cx="10408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governance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34440" y="5120640"/>
            <a:ext cx="10408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logs, escalation, ECO sign-off path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504688"/>
            <a:ext cx="50292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50468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34440" y="5486400"/>
            <a:ext cx="104086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deliverables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34440" y="5779008"/>
            <a:ext cx="10408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I'll bring back to ECO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Risk Dashboard · ECO Q&amp;A · Confidential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" cy="868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DUAL-TRACK PROPOSAL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is provider-agnostic by design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103120" cy="914400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459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SOURCES
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FATF · OFAC · UN · EU</a:t>
            </a:r>
            <a:endParaRPr lang="en-US" sz="1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 · CPI · WGI · OpenSanctions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210312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9260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 JONES
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Compliance / Factiva</a:t>
            </a:r>
            <a:endParaRPr lang="en-US" sz="1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· Adverse Media · Enforcement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2103120"/>
            <a:ext cx="12801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51760" y="3383280"/>
            <a:ext cx="12801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1920" y="2148840"/>
            <a:ext cx="228600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21488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Engine
</a:t>
            </a:r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lib/scoring/*.ts
</a:t>
            </a:r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pure functions, untouched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49440" y="1554480"/>
            <a:ext cx="4693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proposal works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49440" y="1965960"/>
            <a:ext cx="54864" cy="9601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7114032" y="1929384"/>
            <a:ext cx="45290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re-write to switch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14032" y="2240280"/>
            <a:ext cx="452902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records is opaque to the scoring code. Swap from public to DJ — or run both — without changing any of the 18 scoring functions.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949440" y="3108960"/>
            <a:ext cx="54864" cy="9601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7114032" y="3072384"/>
            <a:ext cx="45290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= best validation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14032" y="3383280"/>
            <a:ext cx="452902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public + DJ in parallel for ~4 weeks; surface diffs in a comparison view to identify exactly where they disagree before committing.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49440" y="4251960"/>
            <a:ext cx="54864" cy="9601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7114032" y="4215384"/>
            <a:ext cx="452902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touches only data layer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14032" y="4526280"/>
            <a:ext cx="452902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Architecturally only lib/data.ts is affected. Existing UI, audit logging, and refresh button keep working unchanged.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Risk Dashboard · ECO Q&amp;A · Confidential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4937760" y="2011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WINNIE'S QUESTIONS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37760" y="233172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Definitions, logic, governance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937760" y="393192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factors are defined and scored, how risk levels are derived, and how the platform handles public-source limitations and audit needs.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Risk Dashboard · ECO Q&amp;A · Confidential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" cy="868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CONTRIBUTING FACTORS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factor is documented in /methodology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three factors of the Sanctions Screening dimension (25% weight)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6576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36576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3429000" y="2011680"/>
            <a:ext cx="640080" cy="29260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20116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Sanctions Hit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5603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CAPTURES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278892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 jurisdiction listed on OFAC SDN / FATF blacklist / UN / EU consolidated list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1148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RULE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43891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31720" y="43891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71830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Sectoral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331720" y="471830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50474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31720" y="504748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70832" y="1783080"/>
            <a:ext cx="36576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70832" y="1783080"/>
            <a:ext cx="36576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2" name="Shape 20"/>
          <p:cNvSpPr/>
          <p:nvPr/>
        </p:nvSpPr>
        <p:spPr>
          <a:xfrm>
            <a:off x="7251192" y="2011680"/>
            <a:ext cx="640080" cy="29260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3" name="Text 21"/>
          <p:cNvSpPr/>
          <p:nvPr/>
        </p:nvSpPr>
        <p:spPr>
          <a:xfrm>
            <a:off x="7251192" y="20116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45152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UBO Sanctions Exposure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645152" y="25603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CAPTURES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45152" y="278892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Ultimate Beneficial Owners residing in a sanctioned jurisdiction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45152" y="41148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RULE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45152" y="43891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53912" y="43891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 × n, capped 100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93024" y="1783080"/>
            <a:ext cx="365760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93024" y="1783080"/>
            <a:ext cx="36576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2" name="Shape 30"/>
          <p:cNvSpPr/>
          <p:nvPr/>
        </p:nvSpPr>
        <p:spPr>
          <a:xfrm>
            <a:off x="11073384" y="2011680"/>
            <a:ext cx="640080" cy="29260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3" name="Text 31"/>
          <p:cNvSpPr/>
          <p:nvPr/>
        </p:nvSpPr>
        <p:spPr>
          <a:xfrm>
            <a:off x="11073384" y="20116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467344" y="2011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Watchlist Match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467344" y="25603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CAPTURES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467344" y="278892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name-similarity score against aggregated watchlists (Jaro-Winkler / Levenshtein)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467344" y="41148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RULE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467344" y="43891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976104" y="43891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similarity %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467344" y="471830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976104" y="471830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investigative trigger only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18-factor catalog will be in the Scoring Policy Document (Word/PDF) for ECO sign-off.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Risk Dashboard · ECO Q&amp;A · Confidential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" cy="868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CONTRIBUTING FACTORS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assertion vs. structured aggregation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factor is tagged with one of four data-reality badges. Today: 5 real / 6 hybrid / 2 proxy / 5 mock.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567864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83080"/>
            <a:ext cx="1196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44904" y="1783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18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2567864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28600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snapshot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697480"/>
            <a:ext cx="22021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value read directly from one authoritative public source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389120"/>
            <a:ext cx="2202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4617720"/>
            <a:ext cx="2202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 FATF Status · Basel AML Index · CPI · WGI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90824" y="1783080"/>
            <a:ext cx="2567864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3573704" y="1783080"/>
            <a:ext cx="1196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87088" y="1783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18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90824" y="2194560"/>
            <a:ext cx="2567864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73704" y="228600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73704" y="2697480"/>
            <a:ext cx="22021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reference data combined with synthetic / aggregated entity data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73704" y="4389120"/>
            <a:ext cx="2202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73704" y="4617720"/>
            <a:ext cx="2202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UBO Sanctions Exposure · High-Risk Operating Footprint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33008" y="1783080"/>
            <a:ext cx="2567864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6415888" y="1783080"/>
            <a:ext cx="1196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29271" y="1783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18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33008" y="2194560"/>
            <a:ext cx="2567864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15888" y="228600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approximation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15888" y="2697480"/>
            <a:ext cx="22021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Approximated from a related real dataset because the precise source is not bundled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5888" y="4389120"/>
            <a:ext cx="2202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15888" y="4617720"/>
            <a:ext cx="2202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Law (using WGI as proxy for WJP)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075191" y="1783080"/>
            <a:ext cx="2567864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9258071" y="1783080"/>
            <a:ext cx="1196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271455" y="1783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18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075191" y="2194560"/>
            <a:ext cx="2567864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58071" y="228600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signal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258071" y="2697480"/>
            <a:ext cx="22021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synthetic, demo-only — exactly the cells that benefit most from a Dow Jones swap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58071" y="4389120"/>
            <a:ext cx="2202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258071" y="4617720"/>
            <a:ext cx="2202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Media Count · UBO PEP · Regulatory Enforcement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Risk Dashboard · ECO Q&amp;A · Confidential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" cy="868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RISK CLASSIFICATION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formula and risk-level cut-points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1732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 =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(dimension_score × dimension_weight) ÷ Σ weights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WEIGHTS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 Screening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66160" y="2651760"/>
            <a:ext cx="13716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3566160" y="2651760"/>
            <a:ext cx="1371600" cy="1828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2606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9900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Risk Scoring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66160" y="3035808"/>
            <a:ext cx="13716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Shape 12"/>
          <p:cNvSpPr/>
          <p:nvPr/>
        </p:nvSpPr>
        <p:spPr>
          <a:xfrm>
            <a:off x="3566160" y="3035808"/>
            <a:ext cx="1097280" cy="182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2990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3741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Jurisdiction Monitoring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66160" y="3419856"/>
            <a:ext cx="13716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Shape 16"/>
          <p:cNvSpPr/>
          <p:nvPr/>
        </p:nvSpPr>
        <p:spPr>
          <a:xfrm>
            <a:off x="3566160" y="3419856"/>
            <a:ext cx="822960" cy="182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33741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7581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 Circumvention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566160" y="3803904"/>
            <a:ext cx="13716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Shape 20"/>
          <p:cNvSpPr/>
          <p:nvPr/>
        </p:nvSpPr>
        <p:spPr>
          <a:xfrm>
            <a:off x="3566160" y="3803904"/>
            <a:ext cx="822960" cy="1828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37581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1422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&amp; Adverse Media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66160" y="4187952"/>
            <a:ext cx="13716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Shape 24"/>
          <p:cNvSpPr/>
          <p:nvPr/>
        </p:nvSpPr>
        <p:spPr>
          <a:xfrm>
            <a:off x="3566160" y="4187952"/>
            <a:ext cx="822960" cy="182880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41422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526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Context Enrichment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566160" y="4572000"/>
            <a:ext cx="13716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Shape 28"/>
          <p:cNvSpPr/>
          <p:nvPr/>
        </p:nvSpPr>
        <p:spPr>
          <a:xfrm>
            <a:off x="3566160" y="4572000"/>
            <a:ext cx="548640" cy="1828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45262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66560" y="2286000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RISK-LEVEL THRESHOLDS  ·  Placeholder, ECO to sign off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66560" y="2606040"/>
            <a:ext cx="4876495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0" y="2606040"/>
            <a:ext cx="73152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6995160" y="2651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95160" y="29900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– 24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458200" y="2651760"/>
            <a:ext cx="3047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CDD; no immediate review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766560" y="3456432"/>
            <a:ext cx="4876495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66560" y="3456432"/>
            <a:ext cx="73152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6995160" y="35021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99516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– 49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458200" y="3502152"/>
            <a:ext cx="3047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CDD + periodic refresh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766560" y="4306824"/>
            <a:ext cx="4876495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0" y="4306824"/>
            <a:ext cx="73152" cy="7772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5" name="Text 43"/>
          <p:cNvSpPr/>
          <p:nvPr/>
        </p:nvSpPr>
        <p:spPr>
          <a:xfrm>
            <a:off x="6995160" y="43525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995160" y="46908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– 69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458200" y="4352544"/>
            <a:ext cx="3047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to EDD; compliance review required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766560" y="5157216"/>
            <a:ext cx="4876495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66560" y="5157216"/>
            <a:ext cx="73152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0" name="Text 48"/>
          <p:cNvSpPr/>
          <p:nvPr/>
        </p:nvSpPr>
        <p:spPr>
          <a:xfrm>
            <a:off x="6995160" y="520293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995160" y="554126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70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458200" y="5202936"/>
            <a:ext cx="3047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onboarding pending review; SAR consideration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48640" y="60807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synthetic distribution: 150 Low / 39 Medium / 8 High / 3 Critical (out of 200).  ECO must approve final cut-points — they directly drive what triggers EDD vs SAR.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Risk Dashboard · ECO Q&amp;A · Confidential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" cy="868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PUBLIC-SOURCE CONSTRAINTS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cadence by source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sanctions feeds match Dow Jones cadence; PEP and adverse media are where DJ earns its price.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291840"/>
                <a:gridCol w="40233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DJ?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FATF High-Risk &amp; Monitored Jurisdictions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3× per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OFAC SDN List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times per week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Consolidated List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Consolidated List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 AML Index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Transparency Intl. CPI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World Bank WGI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OpenSanctions (aggregator)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GDELT (public adverse media)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15-min ingest, no compliance tagging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DJ better — 24-72h faster + analyst tagging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PEP coverage (OpenSanctions)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Weekly-ish, ~250k entries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DJ better — daily, ~3M including local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Risk Dashboard · ECO Q&amp;A ·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" cy="868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PUBLIC-SOURCE CONSTRAINTS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Divergence, retroactive corrections, source versioning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454298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057400"/>
            <a:ext cx="34542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divergence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29056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Most-conservative-wins rule. If OFAC asserts comprehensive but FATF says compliant, the higher score prevails. Documented per dimension; no silent tie-breaks.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68698" y="1691640"/>
            <a:ext cx="3454298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68698" y="2057400"/>
            <a:ext cx="34542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4643018" y="3246120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Retroactive revisions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43018" y="3749040"/>
            <a:ext cx="29056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persists (companyId, scoreVersion, sourceSnapshotDate, sourceHash). Never silently overwrites — historical scores kept for audit; re-runs produce new versioned scores.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88757" y="1691640"/>
            <a:ext cx="3454298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88757" y="2057400"/>
            <a:ext cx="34542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8463077" y="3246120"/>
            <a:ext cx="29056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versioning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63077" y="3749040"/>
            <a:ext cx="290565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factor in the UI shows a snapshotDate badge. Production audit table will hold full hash fingerprint per source so any past score is reproducible.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Risk Dashboard · ECO Q&amp;A · Confidential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" cy="868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THIRD-PARTY INTEGRATION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already designed for it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Three-step plan to layer Dow Jones (or any other vendor) on top of the existing engine.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515258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1488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DowJonesProvider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566160"/>
            <a:ext cx="27837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DJ's entity model to our typed shapes (Company, UBO, Subsidiary). One adapter class.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38218" y="1783080"/>
            <a:ext cx="3515258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3978" y="21488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703978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703978" y="3063240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environment toggle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03978" y="3566160"/>
            <a:ext cx="27837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DATA_PROVIDER = public | dow_jones | both. Selects which provider feeds the scoring engine.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27797" y="1783080"/>
            <a:ext cx="3515258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93557" y="21488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493557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493557" y="3063240"/>
            <a:ext cx="2783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Both-mode = comparison view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93557" y="3566160"/>
            <a:ext cx="27837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two parallel scoring passes; surface diffs ("public 32 vs DJ 71 — these factors disagree"). The dual-track validation dashboard.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937760"/>
            <a:ext cx="11094415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937760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ARCHITECTURALLY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lib/data.ts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touched. The 18 scoring functions stay untouched.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Risk Dashboard · ECO Q&amp;A · Confidential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" cy="868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VALIDATION &amp; GOVERNANCE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logs, regression, escalation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15258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020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847088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Data-accuracy controls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3515258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587752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423160"/>
            <a:ext cx="28751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 on every raw payload at refresh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3867912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703320"/>
            <a:ext cx="28751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Golden-set of ~30 known entities; auto-regression on each refresh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5148072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983480"/>
            <a:ext cx="28751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reconciliation report: public vs Dow Jones (during dual-track)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38218" y="1554480"/>
            <a:ext cx="3515258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4612538" y="160020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12538" y="1847088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recorded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38218" y="2240280"/>
            <a:ext cx="3515258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2538" y="2587752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4795418" y="2423160"/>
            <a:ext cx="28751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refresh log per source: who, when, hash, # records, # changed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2538" y="3867912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4795418" y="3703320"/>
            <a:ext cx="28751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Scoring-logic change log: weight or formula changes tracked in git, regression on golden set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2538" y="5148072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4" name="Text 22"/>
          <p:cNvSpPr/>
          <p:nvPr/>
        </p:nvSpPr>
        <p:spPr>
          <a:xfrm>
            <a:off x="4795418" y="4983480"/>
            <a:ext cx="28751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source updates: e.g. FATF moves a country → auto-email to ECO with affected entities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27797" y="1554480"/>
            <a:ext cx="3515258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8402117" y="1600200"/>
            <a:ext cx="314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02117" y="1847088"/>
            <a:ext cx="3149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issues reach ECO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127797" y="2240280"/>
            <a:ext cx="3515258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02117" y="2587752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0" name="Text 28"/>
          <p:cNvSpPr/>
          <p:nvPr/>
        </p:nvSpPr>
        <p:spPr>
          <a:xfrm>
            <a:off x="8584997" y="2423160"/>
            <a:ext cx="28751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1 — primary feed unreachable &gt;24h or engine crash → immediate Slack + email duty roster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402117" y="3867912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2" name="Text 30"/>
          <p:cNvSpPr/>
          <p:nvPr/>
        </p:nvSpPr>
        <p:spPr>
          <a:xfrm>
            <a:off x="8584997" y="3703320"/>
            <a:ext cx="28751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2 — &gt;20% of entities change band in one refresh → hold publish, ECO-on-call review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402117" y="5148072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4" name="Text 32"/>
          <p:cNvSpPr/>
          <p:nvPr/>
        </p:nvSpPr>
        <p:spPr>
          <a:xfrm>
            <a:off x="8584997" y="4983480"/>
            <a:ext cx="28751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 3 — cosmetic/minor → weekly digest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Risk Dashboard · ECO Q&amp;A · Confidential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4937760" y="2011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DEBORAH'S QUESTIONS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37760" y="233172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Cadence, regions, alternatives, auto-scoring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937760" y="393192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Dow Jones genuinely outperforms public sources, what other vendors are worth comparing, and how auto-routing on customer entry works.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Risk Dashboard · ECO Q&amp;A · Confidential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" cy="868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WHERE DJ OUTPERFORMS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 of DJ's edges over public sources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55768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63040"/>
            <a:ext cx="499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 ADVANTAGE — keep paying for DJ in these areas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545576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40280"/>
            <a:ext cx="54864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31720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local PEP coverage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606040"/>
            <a:ext cx="518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 captures tier-3+ city officials that public lists rarely include.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218688"/>
            <a:ext cx="545576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218688"/>
            <a:ext cx="54864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310128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Russian / Iranian shell-company networks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584448"/>
            <a:ext cx="518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 traces ownership chains; OpenSanctions only flags direct entities.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197096"/>
            <a:ext cx="545576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197096"/>
            <a:ext cx="54864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288536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 American adverse media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562856"/>
            <a:ext cx="518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 has built-in Spanish/Portuguese analyst tagging.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5175504"/>
            <a:ext cx="545576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5175504"/>
            <a:ext cx="54864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266944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media — global cadence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5541264"/>
            <a:ext cx="518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 is 24-72h ahead of public news feeds, with compliance taxonomy.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87288" y="1463040"/>
            <a:ext cx="5455768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6415888" y="1463040"/>
            <a:ext cx="499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DJ ADVANTAGE — public is fine for these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87288" y="2240280"/>
            <a:ext cx="545576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87288" y="2240280"/>
            <a:ext cx="54864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6370168" y="2331720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OFAC / UN / EU sanctions screening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70168" y="2606040"/>
            <a:ext cx="518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consume the same primary publications. No quality difference.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87288" y="3218688"/>
            <a:ext cx="545576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87288" y="3218688"/>
            <a:ext cx="54864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6370168" y="3310128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Country-level reference data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70168" y="3584448"/>
            <a:ext cx="518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FATF, Basel AML Index, CPI, WGI are the same numbers, free at the source.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87288" y="4197096"/>
            <a:ext cx="545576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87288" y="4197096"/>
            <a:ext cx="54864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6370168" y="4288536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Sanctions-list hourly refresh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70168" y="4562856"/>
            <a:ext cx="518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OpenSanctions API supports hourly polling. DJ runs the same cadence.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87288" y="5175504"/>
            <a:ext cx="545576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87288" y="5175504"/>
            <a:ext cx="54864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6370168" y="5266944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Direct-hit determinations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370168" y="5541264"/>
            <a:ext cx="5181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fact: a name is on the SDN or it isn't. Public source is authoritative.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Risk Dashboard · ECO Q&amp;A · Confidential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" cy="868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ALTERNATIVE VENDORS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Dow Jones — six options to evaluate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ECO wants a non-DJ comparison vendor for the dual-track, my picks: ComplyAdvantage (modern API, cost-friendly) or Sayari (best at sanctions-evasion tracing).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441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114800"/>
                <a:gridCol w="128016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 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Refinitiv (LSEG) World-Check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Most-cited compliance dataset; tight entity resolution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DJ alternative; same 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Moody's Orbis + GRID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company data + adverse media combo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we need deep corporate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LexisNexis WorldCompliance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legal / litigation coverage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legal-record dimension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ComplyAdvantage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AI-driven, modern API, cost-friendly mid-market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Recommended for dual-track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Sayari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Network-graph approach; excellent for evasion tracing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Recommended for circumvention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Dun &amp; Bradstreet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company data, weaker on adverse media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China/ROW split is awkward for API integration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Risk Dashboard · ECO Q&amp;A ·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" cy="868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AUTO-SCORING ON CUSTOMER ENTRY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fully supported once ECO signs off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15258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54480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ONBOARDING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score (sub-second)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3515258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377440"/>
            <a:ext cx="91440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3774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737360" y="23774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57400" y="2377440"/>
            <a:ext cx="1777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review queue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3090672"/>
            <a:ext cx="91440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09067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737360" y="3090672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057400" y="3090672"/>
            <a:ext cx="1777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CDD queue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3803904"/>
            <a:ext cx="914400" cy="5486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80390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37360" y="3803904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057400" y="3803904"/>
            <a:ext cx="1777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EDD queue, auto-routed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4517136"/>
            <a:ext cx="914400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51713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737360" y="4517136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057400" y="4517136"/>
            <a:ext cx="17778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EDD queue + immediate review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38218" y="1554480"/>
            <a:ext cx="3515258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566818" y="1554480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66818" y="182880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re-score, all active counterparties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338218" y="2194560"/>
            <a:ext cx="3515258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2538" y="2542032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0" name="Text 28"/>
          <p:cNvSpPr/>
          <p:nvPr/>
        </p:nvSpPr>
        <p:spPr>
          <a:xfrm>
            <a:off x="4795418" y="242316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active relationships re-scored each night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12538" y="3255264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2" name="Text 30"/>
          <p:cNvSpPr/>
          <p:nvPr/>
        </p:nvSpPr>
        <p:spPr>
          <a:xfrm>
            <a:off x="4795418" y="3136392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changes (e.g. Low → Medium) trigger notification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12538" y="3968496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4" name="Text 32"/>
          <p:cNvSpPr/>
          <p:nvPr/>
        </p:nvSpPr>
        <p:spPr>
          <a:xfrm>
            <a:off x="4795418" y="3849624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sees a daily diff report of who moved bands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12538" y="4681728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6" name="Text 34"/>
          <p:cNvSpPr/>
          <p:nvPr/>
        </p:nvSpPr>
        <p:spPr>
          <a:xfrm>
            <a:off x="4795418" y="4562856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periodic-review prioritization auto-generated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127797" y="1554480"/>
            <a:ext cx="3515258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8356397" y="1554480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AUTO-ESCALATION OVERRIDE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356397" y="182880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Single-factor red flags bypass the composite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127797" y="2194560"/>
            <a:ext cx="3515258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02117" y="2542032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2" name="Text 40"/>
          <p:cNvSpPr/>
          <p:nvPr/>
        </p:nvSpPr>
        <p:spPr>
          <a:xfrm>
            <a:off x="8584997" y="242316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factor scoring ≥ 80 triggers immediate alert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402117" y="3255264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4" name="Text 42"/>
          <p:cNvSpPr/>
          <p:nvPr/>
        </p:nvSpPr>
        <p:spPr>
          <a:xfrm>
            <a:off x="8584997" y="3136392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SDN hits even on otherwise-Low companies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402117" y="3968496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6" name="Text 44"/>
          <p:cNvSpPr/>
          <p:nvPr/>
        </p:nvSpPr>
        <p:spPr>
          <a:xfrm>
            <a:off x="8584997" y="3849624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to ECO duty roster regardless of band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402117" y="4681728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8" name="Text 46"/>
          <p:cNvSpPr/>
          <p:nvPr/>
        </p:nvSpPr>
        <p:spPr>
          <a:xfrm>
            <a:off x="8584997" y="4562856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comprehensive sanctions HQ, multiple PEP UBOs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Risk Dashboard · ECO Q&amp;A · Confidential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008" cy="868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DELIVERABLES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6400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I'll bring back to ECO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1280160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54480"/>
            <a:ext cx="1280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011680" y="17190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Policy Document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011680" y="21214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Word/PDF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11680" y="2395728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18 factors with definitions, formulas, weights, and risk-level cut-points. Formatted for ECO sign-off.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1109441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3063240"/>
            <a:ext cx="1280160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63240"/>
            <a:ext cx="1280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011680" y="322783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Source-versioning + audit-log design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011680" y="3630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architecture sketch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3904488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for the audit table, hash-fingerprint approach, retention policy, and ECO-facing notification rules.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1109441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572000"/>
            <a:ext cx="1280160" cy="1325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572000"/>
            <a:ext cx="1280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2011680" y="473659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Dual-track validation plan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011680" y="5138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4-week parallel run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11680" y="5413248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plan for running public + DJ side-by-side, with diff dashboard and reconciliation report template.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 Risk Dashboard · ECO Q&amp;A · Confidential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floor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go through these together — happy to deep-dive on any item, or pivot to the live demo.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9616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AML Risk Dashboard — ECO Q&amp;A Discussion</dc:title>
  <dc:subject>PptxGenJS Presentation</dc:subject>
  <dc:creator>DT Team</dc:creator>
  <cp:lastModifiedBy>DT Team</cp:lastModifiedBy>
  <cp:revision>1</cp:revision>
  <dcterms:created xsi:type="dcterms:W3CDTF">2026-05-06T09:17:58Z</dcterms:created>
  <dcterms:modified xsi:type="dcterms:W3CDTF">2026-05-06T09:17:58Z</dcterms:modified>
</cp:coreProperties>
</file>